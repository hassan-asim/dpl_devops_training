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0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Monthly Progress Checkpoint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Sufi Hassan Asim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January 2026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DevOps &amp; Cloud Learning + Project Onboarding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98327"/>
            <a:ext cx="1897737" cy="317778"/>
          </a:xfrm>
          <a:prstGeom prst="roundRect">
            <a:avLst>
              <a:gd name="adj" fmla="val 19187"/>
            </a:avLst>
          </a:prstGeom>
          <a:solidFill>
            <a:srgbClr val="E8E6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2613" y="984647"/>
            <a:ext cx="145137" cy="1451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0259" y="952738"/>
            <a:ext cx="146244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JANUARY OVERVIEW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93790" y="127408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Month at a Glance</a:t>
            </a:r>
            <a:endParaRPr lang="en-US" sz="3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037" y="2221944"/>
            <a:ext cx="6658213" cy="37729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6910" y="3128843"/>
            <a:ext cx="4277201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month marked a significant transition in my DevOps journey, focusing on two critical areas that form the foundation of effective cloud operations.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566910" y="4304348"/>
            <a:ext cx="4277201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By month's end, I successfully transitioned from training environments into understanding and actively supporting production systems.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93790" y="6321385"/>
            <a:ext cx="6448782" cy="1009888"/>
          </a:xfrm>
          <a:prstGeom prst="roundRect">
            <a:avLst>
              <a:gd name="adj" fmla="val 754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6510" dir="2700000">
              <a:srgbClr val="ccc4b8">
                <a:alpha val="10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82861" y="6510457"/>
            <a:ext cx="340364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Cloud &amp; DevOps Fundamentals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82861" y="6880979"/>
            <a:ext cx="6070640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Building strong technical foundation through AWS and automation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387709" y="6321385"/>
            <a:ext cx="6448901" cy="1009888"/>
          </a:xfrm>
          <a:prstGeom prst="roundRect">
            <a:avLst>
              <a:gd name="adj" fmla="val 754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6510" dir="2700000">
              <a:srgbClr val="ccc4b8">
                <a:alpha val="10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576780" y="6510457"/>
            <a:ext cx="26898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Real Project Onboarding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576780" y="6880979"/>
            <a:ext cx="6070759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Transitioning from training to live company systems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68548"/>
            <a:ext cx="882372" cy="385882"/>
          </a:xfrm>
          <a:prstGeom prst="roundRect">
            <a:avLst>
              <a:gd name="adj" fmla="val 17776"/>
            </a:avLst>
          </a:prstGeom>
          <a:noFill/>
          <a:ln w="7620">
            <a:solidFill>
              <a:srgbClr val="9C92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3806" y="837367"/>
            <a:ext cx="62234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WEEK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778198" y="837367"/>
            <a:ext cx="1029772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JAN 1 – JAN 7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93790" y="1227892"/>
            <a:ext cx="8627745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Cloud Foundations &amp; Certifications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93790" y="2348032"/>
            <a:ext cx="3044309" cy="2516386"/>
          </a:xfrm>
          <a:prstGeom prst="roundRect">
            <a:avLst>
              <a:gd name="adj" fmla="val 4361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9050" dir="2700000">
              <a:srgbClr val="e6ded2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0930" y="2348032"/>
            <a:ext cx="91440" cy="2516386"/>
          </a:xfrm>
          <a:prstGeom prst="roundRect">
            <a:avLst>
              <a:gd name="adj" fmla="val 93767"/>
            </a:avLst>
          </a:prstGeom>
          <a:solidFill>
            <a:srgbClr val="E6DED2"/>
          </a:solidFill>
          <a:ln/>
        </p:spPr>
      </p:sp>
      <p:sp>
        <p:nvSpPr>
          <p:cNvPr id="8" name="Text 6"/>
          <p:cNvSpPr/>
          <p:nvPr/>
        </p:nvSpPr>
        <p:spPr>
          <a:xfrm>
            <a:off x="1089303" y="2574965"/>
            <a:ext cx="252186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AWS Core Concepts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89303" y="3077528"/>
            <a:ext cx="2521863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Mastered fundamental cloud architecture principles and AWS service ecosystem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21812" y="2348032"/>
            <a:ext cx="3044428" cy="2516386"/>
          </a:xfrm>
          <a:prstGeom prst="roundRect">
            <a:avLst>
              <a:gd name="adj" fmla="val 4361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9050" dir="2700000">
              <a:srgbClr val="e6ded2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98952" y="2348032"/>
            <a:ext cx="91440" cy="2516386"/>
          </a:xfrm>
          <a:prstGeom prst="roundRect">
            <a:avLst>
              <a:gd name="adj" fmla="val 93767"/>
            </a:avLst>
          </a:prstGeom>
          <a:solidFill>
            <a:srgbClr val="E6DED2"/>
          </a:solidFill>
          <a:ln/>
        </p:spPr>
      </p:sp>
      <p:sp>
        <p:nvSpPr>
          <p:cNvPr id="12" name="Text 10"/>
          <p:cNvSpPr/>
          <p:nvPr/>
        </p:nvSpPr>
        <p:spPr>
          <a:xfrm>
            <a:off x="4317325" y="2574965"/>
            <a:ext cx="2521982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Hands-On Deployment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17325" y="3396377"/>
            <a:ext cx="2521982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Practiced deploying websites on AWS, gaining practical infrastructure experience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3790" y="5048131"/>
            <a:ext cx="3044309" cy="2206109"/>
          </a:xfrm>
          <a:prstGeom prst="roundRect">
            <a:avLst>
              <a:gd name="adj" fmla="val 4974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9050" dir="2700000">
              <a:srgbClr val="e6ded2">
                <a:alpha val="1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0930" y="5048131"/>
            <a:ext cx="91440" cy="2206109"/>
          </a:xfrm>
          <a:prstGeom prst="roundRect">
            <a:avLst>
              <a:gd name="adj" fmla="val 93767"/>
            </a:avLst>
          </a:prstGeom>
          <a:solidFill>
            <a:srgbClr val="E6DED2"/>
          </a:solidFill>
          <a:ln/>
        </p:spPr>
      </p:sp>
      <p:sp>
        <p:nvSpPr>
          <p:cNvPr id="16" name="Text 14"/>
          <p:cNvSpPr/>
          <p:nvPr/>
        </p:nvSpPr>
        <p:spPr>
          <a:xfrm>
            <a:off x="1089303" y="5275064"/>
            <a:ext cx="252186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Technical Courses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89303" y="5777627"/>
            <a:ext cx="2521863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Completed multiple certification-track courses covering cloud best practices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21812" y="5048131"/>
            <a:ext cx="3044428" cy="2206109"/>
          </a:xfrm>
          <a:prstGeom prst="roundRect">
            <a:avLst>
              <a:gd name="adj" fmla="val 4974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9050" dir="2700000">
              <a:srgbClr val="e6ded2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98952" y="5048131"/>
            <a:ext cx="91440" cy="2206109"/>
          </a:xfrm>
          <a:prstGeom prst="roundRect">
            <a:avLst>
              <a:gd name="adj" fmla="val 93767"/>
            </a:avLst>
          </a:prstGeom>
          <a:solidFill>
            <a:srgbClr val="E6DED2"/>
          </a:solidFill>
          <a:ln/>
        </p:spPr>
      </p:sp>
      <p:sp>
        <p:nvSpPr>
          <p:cNvPr id="20" name="Text 18"/>
          <p:cNvSpPr/>
          <p:nvPr/>
        </p:nvSpPr>
        <p:spPr>
          <a:xfrm>
            <a:off x="4317325" y="5275064"/>
            <a:ext cx="2521982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Linux &amp; CLI Mastery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317325" y="6096476"/>
            <a:ext cx="2521982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Strengthened command-line proficiency for cloud operations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24857" y="2141339"/>
            <a:ext cx="6566297" cy="5319593"/>
          </a:xfrm>
          <a:prstGeom prst="roundRect">
            <a:avLst>
              <a:gd name="adj" fmla="val 2763"/>
            </a:avLst>
          </a:prstGeom>
          <a:solidFill>
            <a:srgbClr val="373B48"/>
          </a:solidFill>
          <a:ln/>
        </p:spPr>
      </p:sp>
      <p:sp>
        <p:nvSpPr>
          <p:cNvPr id="23" name="Text 21"/>
          <p:cNvSpPr/>
          <p:nvPr/>
        </p:nvSpPr>
        <p:spPr>
          <a:xfrm>
            <a:off x="7628930" y="2325052"/>
            <a:ext cx="3062168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Outcome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628930" y="2891552"/>
            <a:ext cx="6158151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Established a robust technical foundation essential for understanding and managing real-world infrastructure environments.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43213"/>
            <a:ext cx="930354" cy="413147"/>
          </a:xfrm>
          <a:prstGeom prst="roundRect">
            <a:avLst>
              <a:gd name="adj" fmla="val 17525"/>
            </a:avLst>
          </a:prstGeom>
          <a:noFill/>
          <a:ln w="7620">
            <a:solidFill>
              <a:srgbClr val="9C92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0592" y="1015365"/>
            <a:ext cx="656749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WEEK 2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831777" y="1015365"/>
            <a:ext cx="1183124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JAN 8 – JAN 14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93790" y="1438156"/>
            <a:ext cx="9651921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Servers, Automation &amp; Secure Access</a:t>
            </a:r>
            <a:endParaRPr lang="en-US" sz="4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18636"/>
            <a:ext cx="1690807" cy="16908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4365308"/>
            <a:ext cx="3068717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EC2 Server Management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93790" y="5161240"/>
            <a:ext cx="3068717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Gained hands-on experience configuring and managing cloud servers</a:t>
            </a:r>
            <a:endParaRPr lang="en-US" sz="16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372" y="2418636"/>
            <a:ext cx="1690926" cy="16909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8372" y="4365427"/>
            <a:ext cx="295501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AWS Systems Manager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4118372" y="4824770"/>
            <a:ext cx="3068836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Learned secure remote access protocols for production environments</a:t>
            </a:r>
            <a:endParaRPr lang="en-US" sz="16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073" y="2418636"/>
            <a:ext cx="1690926" cy="16909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43073" y="4365427"/>
            <a:ext cx="3068836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Infrastructure Templates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7443073" y="5161359"/>
            <a:ext cx="3068836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Practiced automated infrastructure setup using IaC principles</a:t>
            </a:r>
            <a:endParaRPr lang="en-US" sz="16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7774" y="2418636"/>
            <a:ext cx="1690926" cy="16909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67774" y="436542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Practical AWS Labs</a:t>
            </a:r>
            <a:endParaRPr lang="en-US" sz="2100" dirty="0"/>
          </a:p>
        </p:txBody>
      </p:sp>
      <p:sp>
        <p:nvSpPr>
          <p:cNvPr id="17" name="Text 11"/>
          <p:cNvSpPr/>
          <p:nvPr/>
        </p:nvSpPr>
        <p:spPr>
          <a:xfrm>
            <a:off x="10767774" y="4824770"/>
            <a:ext cx="3068836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Completed multiple lab exercises reinforcing cloud concepts</a:t>
            </a:r>
            <a:endParaRPr lang="en-US" sz="1650" dirty="0"/>
          </a:p>
        </p:txBody>
      </p:sp>
      <p:sp>
        <p:nvSpPr>
          <p:cNvPr id="18" name="Shape 12"/>
          <p:cNvSpPr/>
          <p:nvPr/>
        </p:nvSpPr>
        <p:spPr>
          <a:xfrm>
            <a:off x="793790" y="6399967"/>
            <a:ext cx="13042821" cy="886420"/>
          </a:xfrm>
          <a:prstGeom prst="roundRect">
            <a:avLst>
              <a:gd name="adj" fmla="val 10210"/>
            </a:avLst>
          </a:prstGeom>
          <a:solidFill>
            <a:srgbClr val="DDDAD4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74" y="6732151"/>
            <a:ext cx="269319" cy="2153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93877" y="6658451"/>
            <a:ext cx="1212734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Key Outcome: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Developed confidence working directly with servers and navigating complex cloud environments.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3427" y="649129"/>
            <a:ext cx="609838" cy="243721"/>
          </a:xfrm>
          <a:prstGeom prst="roundRect">
            <a:avLst>
              <a:gd name="adj" fmla="val 19290"/>
            </a:avLst>
          </a:prstGeom>
          <a:noFill/>
          <a:ln w="7620">
            <a:solidFill>
              <a:srgbClr val="9C92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4987" y="698659"/>
            <a:ext cx="42672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WEEK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433155" y="698659"/>
            <a:ext cx="8311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JAN 15 – JAN 21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53427" y="927259"/>
            <a:ext cx="6040517" cy="43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CI/CD &amp; Real Architecture Exposure</a:t>
            </a:r>
            <a:endParaRPr lang="en-US" sz="2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306" y="2833330"/>
            <a:ext cx="7303056" cy="31492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98769" y="5385327"/>
            <a:ext cx="1656795" cy="20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Monitor &amp; Validate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98769" y="4656337"/>
            <a:ext cx="1656795" cy="20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Deploy to Cloud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798769" y="3934711"/>
            <a:ext cx="1656795" cy="20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Build &amp; Test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798769" y="3205721"/>
            <a:ext cx="1656795" cy="20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Git Repo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53427" y="6079569"/>
            <a:ext cx="8410813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513094" y="1580078"/>
            <a:ext cx="2098834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Learning Focus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513094" y="1939409"/>
            <a:ext cx="139898" cy="174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513094" y="2161937"/>
            <a:ext cx="4371380" cy="1524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5" name="Text 12"/>
          <p:cNvSpPr/>
          <p:nvPr/>
        </p:nvSpPr>
        <p:spPr>
          <a:xfrm>
            <a:off x="9513094" y="2262307"/>
            <a:ext cx="1845588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Deployment Pipelines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513094" y="2567107"/>
            <a:ext cx="4371380" cy="36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Learned how automated CI/CD workflows streamline software delivery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513094" y="3119914"/>
            <a:ext cx="139898" cy="174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513094" y="3342442"/>
            <a:ext cx="4371380" cy="1524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9" name="Text 16"/>
          <p:cNvSpPr/>
          <p:nvPr/>
        </p:nvSpPr>
        <p:spPr>
          <a:xfrm>
            <a:off x="9513094" y="3442811"/>
            <a:ext cx="1749028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Git to Cloud Flow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513094" y="3747611"/>
            <a:ext cx="4371380" cy="36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Understood version control integration with cloud deployment processes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513094" y="4300418"/>
            <a:ext cx="139898" cy="174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513094" y="4522946"/>
            <a:ext cx="4371380" cy="1524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3" name="Text 20"/>
          <p:cNvSpPr/>
          <p:nvPr/>
        </p:nvSpPr>
        <p:spPr>
          <a:xfrm>
            <a:off x="9513094" y="4623316"/>
            <a:ext cx="1787604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Modern Architecture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9513094" y="4928116"/>
            <a:ext cx="4371380" cy="36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Studied three-tier architecture: frontend, backend, and database layers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13094" y="5480923"/>
            <a:ext cx="139898" cy="174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513094" y="5703451"/>
            <a:ext cx="4371380" cy="1524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7" name="Text 24"/>
          <p:cNvSpPr/>
          <p:nvPr/>
        </p:nvSpPr>
        <p:spPr>
          <a:xfrm>
            <a:off x="9513094" y="5803821"/>
            <a:ext cx="1749028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Production Setups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9513094" y="6108621"/>
            <a:ext cx="4371380" cy="36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Began working with production-grade configurations and environments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513094" y="6672263"/>
            <a:ext cx="4371380" cy="811173"/>
          </a:xfrm>
          <a:prstGeom prst="roundRect">
            <a:avLst>
              <a:gd name="adj" fmla="val 7245"/>
            </a:avLst>
          </a:prstGeom>
          <a:solidFill>
            <a:srgbClr val="DDDAD4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992" y="6869311"/>
            <a:ext cx="174903" cy="13989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9967793" y="6793349"/>
            <a:ext cx="3776782" cy="542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Key Outcome: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Clear understanding of how modern applications are built, tested, and deployed in cloud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93564"/>
            <a:ext cx="2032873" cy="370642"/>
          </a:xfrm>
          <a:prstGeom prst="roundRect">
            <a:avLst>
              <a:gd name="adj" fmla="val 18506"/>
            </a:avLst>
          </a:prstGeom>
          <a:solidFill>
            <a:srgbClr val="E8E6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6186" y="997268"/>
            <a:ext cx="163235" cy="163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0978" y="954762"/>
            <a:ext cx="1543288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MAJOR MILESTONE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2928699" y="885944"/>
            <a:ext cx="882372" cy="385882"/>
          </a:xfrm>
          <a:prstGeom prst="roundRect">
            <a:avLst>
              <a:gd name="adj" fmla="val 17776"/>
            </a:avLst>
          </a:prstGeom>
          <a:noFill/>
          <a:ln w="7620">
            <a:solidFill>
              <a:srgbClr val="9C928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058716" y="954762"/>
            <a:ext cx="62234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WEEK 4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913108" y="954762"/>
            <a:ext cx="121229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JAN 22 – JAN 29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3790" y="1345287"/>
            <a:ext cx="8688467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Real Project Onboarding &amp; Support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93790" y="2258735"/>
            <a:ext cx="13042821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week represented a pivotal transition: moving from training environments into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active company projects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 I was officially onboarded to three production systems, and assigned the 4th project access just 1 day ago,  gaining access to their infrastructure and beginning the process of understanding their architectures.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96258"/>
            <a:ext cx="1092041" cy="67484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15383" y="3396258"/>
            <a:ext cx="176688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NGAGE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2115383" y="3825240"/>
            <a:ext cx="1766887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Reviewed system architecture and deployment workflows</a:t>
            </a:r>
            <a:endParaRPr lang="en-US" sz="1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823" y="3396258"/>
            <a:ext cx="1092041" cy="67484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33417" y="3396258"/>
            <a:ext cx="176700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TBS Health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5433417" y="3825240"/>
            <a:ext cx="1767007" cy="2171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Gained access to production environment and began understanding health tech infrastructure</a:t>
            </a:r>
            <a:endParaRPr lang="en-US" sz="16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976" y="3396258"/>
            <a:ext cx="1092041" cy="67484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51570" y="3396258"/>
            <a:ext cx="1766887" cy="95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Sindh Ombudsman CMS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8751570" y="4462939"/>
            <a:ext cx="1766887" cy="18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Familiarized with government system requirements and compliance standards</a:t>
            </a:r>
            <a:endParaRPr lang="en-US" sz="16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8010" y="3396258"/>
            <a:ext cx="1092041" cy="67484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069604" y="3396258"/>
            <a:ext cx="176700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Novavia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12069604" y="3825240"/>
            <a:ext cx="1767007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Assigned to design and deploy a secret stack for  infrastructure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793790" y="6531293"/>
            <a:ext cx="13042821" cy="812244"/>
          </a:xfrm>
          <a:prstGeom prst="roundRect">
            <a:avLst>
              <a:gd name="adj" fmla="val 10556"/>
            </a:avLst>
          </a:prstGeom>
          <a:solidFill>
            <a:srgbClr val="DDDAD4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863" y="6836331"/>
            <a:ext cx="255151" cy="20407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57087" y="6765965"/>
            <a:ext cx="1217545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Key Outcome: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Now familiar with real project structures, deployment processes, and production environment operations.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34139"/>
            <a:ext cx="1371600" cy="292418"/>
          </a:xfrm>
          <a:prstGeom prst="roundRect">
            <a:avLst>
              <a:gd name="adj" fmla="val 19548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895826" y="785098"/>
            <a:ext cx="116752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FEATURED WORK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3790" y="1077516"/>
            <a:ext cx="6770132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FBR Digital Invoicing Integration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643" y="1943933"/>
            <a:ext cx="3221355" cy="42950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11641" y="3240048"/>
            <a:ext cx="83324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Contributed to a critical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government API integration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project for the Federal Board of Revenue's digital invoicing system. This work required precision and attention to official compliance standards.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511641" y="38438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My Contributions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511641" y="4306133"/>
            <a:ext cx="8332470" cy="607933"/>
          </a:xfrm>
          <a:prstGeom prst="roundRect">
            <a:avLst>
              <a:gd name="adj" fmla="val 11753"/>
            </a:avLst>
          </a:prstGeom>
          <a:solidFill>
            <a:srgbClr val="DDDAD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662" y="4552712"/>
            <a:ext cx="212646" cy="1700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64329" y="4476155"/>
            <a:ext cx="760976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Result: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Integration testing completed successfully.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93790" y="6619518"/>
            <a:ext cx="85011" cy="85011"/>
          </a:xfrm>
          <a:prstGeom prst="roundRect">
            <a:avLst>
              <a:gd name="adj" fmla="val 537813"/>
            </a:avLst>
          </a:prstGeom>
          <a:solidFill>
            <a:srgbClr val="E6DED2"/>
          </a:solidFill>
          <a:ln/>
        </p:spPr>
      </p:sp>
      <p:sp>
        <p:nvSpPr>
          <p:cNvPr id="12" name="Text 8"/>
          <p:cNvSpPr/>
          <p:nvPr/>
        </p:nvSpPr>
        <p:spPr>
          <a:xfrm>
            <a:off x="1006316" y="6525935"/>
            <a:ext cx="622911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Studied official FBR technical documentation and API specifications thoroughly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394853" y="6619518"/>
            <a:ext cx="85011" cy="85011"/>
          </a:xfrm>
          <a:prstGeom prst="roundRect">
            <a:avLst>
              <a:gd name="adj" fmla="val 537813"/>
            </a:avLst>
          </a:prstGeom>
          <a:solidFill>
            <a:srgbClr val="E6DED2"/>
          </a:solidFill>
          <a:ln/>
        </p:spPr>
      </p:sp>
      <p:sp>
        <p:nvSpPr>
          <p:cNvPr id="14" name="Text 10"/>
          <p:cNvSpPr/>
          <p:nvPr/>
        </p:nvSpPr>
        <p:spPr>
          <a:xfrm>
            <a:off x="7607379" y="6525935"/>
            <a:ext cx="622923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Performed comprehensive API testing in sandbox environment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93790" y="7350919"/>
            <a:ext cx="85011" cy="85011"/>
          </a:xfrm>
          <a:prstGeom prst="roundRect">
            <a:avLst>
              <a:gd name="adj" fmla="val 537813"/>
            </a:avLst>
          </a:prstGeom>
          <a:solidFill>
            <a:srgbClr val="E6DED2"/>
          </a:solidFill>
          <a:ln/>
        </p:spPr>
      </p:sp>
      <p:sp>
        <p:nvSpPr>
          <p:cNvPr id="16" name="Text 12"/>
          <p:cNvSpPr/>
          <p:nvPr/>
        </p:nvSpPr>
        <p:spPr>
          <a:xfrm>
            <a:off x="1006316" y="7257336"/>
            <a:ext cx="622911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Successfully generated multiple valid test invoices meeting FBR standards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394853" y="7350919"/>
            <a:ext cx="85011" cy="85011"/>
          </a:xfrm>
          <a:prstGeom prst="roundRect">
            <a:avLst>
              <a:gd name="adj" fmla="val 537813"/>
            </a:avLst>
          </a:prstGeom>
          <a:solidFill>
            <a:srgbClr val="E6DED2"/>
          </a:solidFill>
          <a:ln/>
        </p:spPr>
      </p:sp>
      <p:sp>
        <p:nvSpPr>
          <p:cNvPr id="18" name="Text 14"/>
          <p:cNvSpPr/>
          <p:nvPr/>
        </p:nvSpPr>
        <p:spPr>
          <a:xfrm>
            <a:off x="7607379" y="7257336"/>
            <a:ext cx="622923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Assisted in the process of obtaining production access token approval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888444"/>
            <a:ext cx="1498044" cy="259318"/>
          </a:xfrm>
          <a:prstGeom prst="roundRect">
            <a:avLst>
              <a:gd name="adj" fmla="val 19104"/>
            </a:avLst>
          </a:prstGeom>
          <a:noFill/>
          <a:ln w="7620">
            <a:solidFill>
              <a:srgbClr val="9C9283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754" y="959168"/>
            <a:ext cx="117872" cy="1178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66562" y="940237"/>
            <a:ext cx="1129308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PRODUCTION ISSUE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793790" y="1185982"/>
            <a:ext cx="6600944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Production Investigation: TBS Health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93790" y="1790462"/>
            <a:ext cx="7556421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Gained valuable exposure to real-world production troubleshooting when the TBS Health application encountered performance issues in the live environment.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793790" y="2395061"/>
            <a:ext cx="3598426" cy="1040487"/>
          </a:xfrm>
          <a:prstGeom prst="roundRect">
            <a:avLst>
              <a:gd name="adj" fmla="val 5951"/>
            </a:avLst>
          </a:prstGeom>
          <a:solidFill>
            <a:srgbClr val="FDFBF7"/>
          </a:solidFill>
          <a:ln w="1524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2700" dir="2700000">
              <a:srgbClr val="e6ded2">
                <a:alpha val="10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09030" y="2410301"/>
            <a:ext cx="589717" cy="1010007"/>
          </a:xfrm>
          <a:prstGeom prst="roundRect">
            <a:avLst>
              <a:gd name="adj" fmla="val 7399"/>
            </a:avLst>
          </a:prstGeom>
          <a:solidFill>
            <a:srgbClr val="E6DED2">
              <a:alpha val="50000"/>
            </a:srgbClr>
          </a:solidFill>
          <a:ln/>
          <a:effectLst>
            <a:outerShdw sx="100000" sy="100000" kx="0" ky="0" algn="bl" rotWithShape="0" blurRad="0" dist="12700" dir="2700000">
              <a:srgbClr val="ccc4b8">
                <a:alpha val="10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89528" y="2777133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494473" y="2557701"/>
            <a:ext cx="202656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Problem Identification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494473" y="2883813"/>
            <a:ext cx="2735104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Application returned </a:t>
            </a:r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"Too Many Requests (429)"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errors to users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93790" y="3531275"/>
            <a:ext cx="3598426" cy="1040487"/>
          </a:xfrm>
          <a:prstGeom prst="roundRect">
            <a:avLst>
              <a:gd name="adj" fmla="val 5951"/>
            </a:avLst>
          </a:prstGeom>
          <a:solidFill>
            <a:srgbClr val="FDFBF7"/>
          </a:solidFill>
          <a:ln w="1524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2700" dir="2700000">
              <a:srgbClr val="e6ded2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09030" y="3546515"/>
            <a:ext cx="589717" cy="1010007"/>
          </a:xfrm>
          <a:prstGeom prst="roundRect">
            <a:avLst>
              <a:gd name="adj" fmla="val 7399"/>
            </a:avLst>
          </a:prstGeom>
          <a:solidFill>
            <a:srgbClr val="E6DED2">
              <a:alpha val="50000"/>
            </a:srgbClr>
          </a:solidFill>
          <a:ln/>
          <a:effectLst>
            <a:outerShdw sx="100000" sy="100000" kx="0" ky="0" algn="bl" rotWithShape="0" blurRad="0" dist="12700" dir="2700000">
              <a:srgbClr val="ccc4b8">
                <a:alpha val="10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89528" y="3913346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494473" y="369391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Investigation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1494473" y="4020026"/>
            <a:ext cx="2735104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Helped analyze system behavior and identify potential bottlenecks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93790" y="4667488"/>
            <a:ext cx="3598426" cy="1235035"/>
          </a:xfrm>
          <a:prstGeom prst="roundRect">
            <a:avLst>
              <a:gd name="adj" fmla="val 5014"/>
            </a:avLst>
          </a:prstGeom>
          <a:solidFill>
            <a:srgbClr val="FDFBF7"/>
          </a:solidFill>
          <a:ln w="1524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2700" dir="2700000">
              <a:srgbClr val="e6ded2">
                <a:alpha val="10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9030" y="4682728"/>
            <a:ext cx="589717" cy="1204555"/>
          </a:xfrm>
          <a:prstGeom prst="roundRect">
            <a:avLst>
              <a:gd name="adj" fmla="val 7399"/>
            </a:avLst>
          </a:prstGeom>
          <a:solidFill>
            <a:srgbClr val="E6DED2">
              <a:alpha val="50000"/>
            </a:srgbClr>
          </a:solidFill>
          <a:ln/>
          <a:effectLst>
            <a:outerShdw sx="100000" sy="100000" kx="0" ky="0" algn="bl" rotWithShape="0" blurRad="0" dist="12700" dir="2700000">
              <a:srgbClr val="ccc4b8">
                <a:alpha val="10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89528" y="5146834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1494473" y="483012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Analysis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1494473" y="5156240"/>
            <a:ext cx="2735104" cy="5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Reviewed application logs and database connection pool usage patterns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93790" y="5998250"/>
            <a:ext cx="3598426" cy="1235035"/>
          </a:xfrm>
          <a:prstGeom prst="roundRect">
            <a:avLst>
              <a:gd name="adj" fmla="val 5014"/>
            </a:avLst>
          </a:prstGeom>
          <a:solidFill>
            <a:srgbClr val="FDFBF7"/>
          </a:solidFill>
          <a:ln w="1524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2700" dir="2700000">
              <a:srgbClr val="e6ded2">
                <a:alpha val="10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09030" y="6013490"/>
            <a:ext cx="589717" cy="1204555"/>
          </a:xfrm>
          <a:prstGeom prst="roundRect">
            <a:avLst>
              <a:gd name="adj" fmla="val 7399"/>
            </a:avLst>
          </a:prstGeom>
          <a:solidFill>
            <a:srgbClr val="E6DED2">
              <a:alpha val="50000"/>
            </a:srgbClr>
          </a:solidFill>
          <a:ln/>
          <a:effectLst>
            <a:outerShdw sx="100000" sy="100000" kx="0" ky="0" algn="bl" rotWithShape="0" blurRad="0" dist="12700" dir="2700000">
              <a:srgbClr val="ccc4b8">
                <a:alpha val="100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989528" y="6477595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1494473" y="616088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Learning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1494473" y="6487001"/>
            <a:ext cx="2735104" cy="5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Understood how backend resource limits and database connections affect performance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653320" y="2287310"/>
            <a:ext cx="3810595" cy="5053727"/>
          </a:xfrm>
          <a:prstGeom prst="roundRect">
            <a:avLst>
              <a:gd name="adj" fmla="val 2786"/>
            </a:avLst>
          </a:prstGeom>
          <a:solidFill>
            <a:srgbClr val="D9CFC1"/>
          </a:solidFill>
          <a:ln/>
        </p:spPr>
      </p:sp>
      <p:sp>
        <p:nvSpPr>
          <p:cNvPr id="29" name="Text 25"/>
          <p:cNvSpPr/>
          <p:nvPr/>
        </p:nvSpPr>
        <p:spPr>
          <a:xfrm>
            <a:off x="4800719" y="2383036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Outcome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4800719" y="2755106"/>
            <a:ext cx="3515797" cy="1361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experience provided invaluable insight into how production systems are analyzed, diagnosed, and troubleshooted under real-world conditions. Understanding the relationship between application architecture and performance limitations is crucial for effective DevOps support.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46760"/>
            <a:ext cx="2467570" cy="370642"/>
          </a:xfrm>
          <a:prstGeom prst="roundRect">
            <a:avLst>
              <a:gd name="adj" fmla="val 18506"/>
            </a:avLst>
          </a:prstGeom>
          <a:solidFill>
            <a:srgbClr val="E8E6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6186" y="850463"/>
            <a:ext cx="163235" cy="163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0978" y="807958"/>
            <a:ext cx="197798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IMPLEMENTATION PLAN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3363397" y="739140"/>
            <a:ext cx="1615916" cy="385882"/>
          </a:xfrm>
          <a:prstGeom prst="roundRect">
            <a:avLst>
              <a:gd name="adj" fmla="val 17776"/>
            </a:avLst>
          </a:prstGeom>
          <a:noFill/>
          <a:ln w="7620">
            <a:solidFill>
              <a:srgbClr val="9C928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93413" y="807958"/>
            <a:ext cx="135588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NOVAAI PROJECT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3790" y="1198483"/>
            <a:ext cx="10127456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Firebase Private Key Secret Management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93790" y="2111931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Implementing a secure and automated solution for managing sensitive Firebase private keys within AWS.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654379"/>
            <a:ext cx="204073" cy="20407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93790" y="2952869"/>
            <a:ext cx="4225052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1" name="Text 7"/>
          <p:cNvSpPr/>
          <p:nvPr/>
        </p:nvSpPr>
        <p:spPr>
          <a:xfrm>
            <a:off x="793790" y="3100626"/>
            <a:ext cx="326909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Define Secrets Stack (CDK)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93790" y="3529608"/>
            <a:ext cx="4225052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Create a dedicated CDK stack for the Firebase private key secret.</a:t>
            </a:r>
            <a:endParaRPr lang="en-US" sz="1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2555" y="2654379"/>
            <a:ext cx="204073" cy="204073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202555" y="2952869"/>
            <a:ext cx="4225171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5" name="Text 10"/>
          <p:cNvSpPr/>
          <p:nvPr/>
        </p:nvSpPr>
        <p:spPr>
          <a:xfrm>
            <a:off x="5202555" y="3100626"/>
            <a:ext cx="280666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Integrate Secrets Stack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5202555" y="3529608"/>
            <a:ext cx="422517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Update CDK app entry to include the new Secrets Stack.</a:t>
            </a:r>
            <a:endParaRPr lang="en-US" sz="1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11439" y="2654379"/>
            <a:ext cx="204073" cy="204073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611439" y="2952869"/>
            <a:ext cx="4225171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9" name="Text 13"/>
          <p:cNvSpPr/>
          <p:nvPr/>
        </p:nvSpPr>
        <p:spPr>
          <a:xfrm>
            <a:off x="9611439" y="3100626"/>
            <a:ext cx="284130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Grant App Permissions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9611439" y="3529608"/>
            <a:ext cx="422517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Update App Service Stack to accept secret name and grant read access.</a:t>
            </a:r>
            <a:endParaRPr lang="en-US" sz="16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4512350"/>
            <a:ext cx="204073" cy="204073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93790" y="4810839"/>
            <a:ext cx="6429494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3" name="Text 16"/>
          <p:cNvSpPr/>
          <p:nvPr/>
        </p:nvSpPr>
        <p:spPr>
          <a:xfrm>
            <a:off x="793790" y="4958596"/>
            <a:ext cx="314479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Deploy &amp; Set Secret Value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793790" y="5387578"/>
            <a:ext cx="642949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Deploy CDK, then populate the secret via AWS Secrets Manager console.</a:t>
            </a:r>
            <a:endParaRPr lang="en-US" sz="16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06997" y="4512350"/>
            <a:ext cx="204073" cy="204073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406997" y="4810839"/>
            <a:ext cx="6429613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7" name="Text 19"/>
          <p:cNvSpPr/>
          <p:nvPr/>
        </p:nvSpPr>
        <p:spPr>
          <a:xfrm>
            <a:off x="7406997" y="4958596"/>
            <a:ext cx="309431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Update App Service Code</a:t>
            </a:r>
            <a:endParaRPr lang="en-US" sz="2000" dirty="0"/>
          </a:p>
        </p:txBody>
      </p:sp>
      <p:sp>
        <p:nvSpPr>
          <p:cNvPr id="28" name="Text 20"/>
          <p:cNvSpPr/>
          <p:nvPr/>
        </p:nvSpPr>
        <p:spPr>
          <a:xfrm>
            <a:off x="7406997" y="5387578"/>
            <a:ext cx="6429613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Modify application code to fetch the secret at runtime using AWS SDK.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793790" y="6367820"/>
            <a:ext cx="13042821" cy="1122521"/>
          </a:xfrm>
          <a:prstGeom prst="roundRect">
            <a:avLst>
              <a:gd name="adj" fmla="val 7638"/>
            </a:avLst>
          </a:prstGeom>
          <a:solidFill>
            <a:srgbClr val="DDDAD4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7863" y="6672858"/>
            <a:ext cx="255151" cy="20407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57087" y="6602492"/>
            <a:ext cx="12175450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Current Status: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CDK stacks are created in the CI/CD repository. Next steps involve deployment and testing with real secret values in AWS Secrets Manager.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8933"/>
            <a:ext cx="5836801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Skills Developed This Month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775698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January marked substantial growth across both technical capabilities and professional competencies, establishing a foundation for effective DevOps operations.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93790" y="228480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Technical Growth</a:t>
            </a:r>
            <a:endParaRPr lang="en-US" sz="2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853571"/>
            <a:ext cx="425291" cy="4252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8506" y="2853571"/>
            <a:ext cx="265235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AWS Cloud Environments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78506" y="3246834"/>
            <a:ext cx="572916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Deeper understanding of cloud architecture, services, and infrastructure management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978235"/>
            <a:ext cx="425291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8506" y="3978235"/>
            <a:ext cx="220229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Server &amp; Deployment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378506" y="4371499"/>
            <a:ext cx="572916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Improved knowledge of server configuration, deployment processes, and automation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102900"/>
            <a:ext cx="425291" cy="4252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8506" y="510290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CI/CD Pipelines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1378506" y="5496163"/>
            <a:ext cx="572916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Practical understanding of how pipelines work in real production projects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6227564"/>
            <a:ext cx="425291" cy="4252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8506" y="622756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API Integration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378506" y="6620828"/>
            <a:ext cx="572916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Hands-on experience testing and validating government API integrations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7530346" y="228480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Professional Growth</a:t>
            </a:r>
            <a:endParaRPr lang="en-US" sz="2650" dirty="0"/>
          </a:p>
        </p:txBody>
      </p:sp>
      <p:sp>
        <p:nvSpPr>
          <p:cNvPr id="18" name="Shape 12"/>
          <p:cNvSpPr/>
          <p:nvPr/>
        </p:nvSpPr>
        <p:spPr>
          <a:xfrm>
            <a:off x="7507486" y="2830711"/>
            <a:ext cx="45720" cy="115335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9" name="Text 13"/>
          <p:cNvSpPr/>
          <p:nvPr/>
        </p:nvSpPr>
        <p:spPr>
          <a:xfrm>
            <a:off x="7746087" y="285357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Analysis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7746087" y="3246834"/>
            <a:ext cx="286142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Reading and understanding existing architectures and codebases effectively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10744081" y="2830711"/>
            <a:ext cx="45720" cy="115335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2" name="Text 16"/>
          <p:cNvSpPr/>
          <p:nvPr/>
        </p:nvSpPr>
        <p:spPr>
          <a:xfrm>
            <a:off x="10982682" y="285357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Team Collaboration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10982682" y="3246834"/>
            <a:ext cx="286154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Working alongside team members on active, production-level projects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507486" y="4193500"/>
            <a:ext cx="45720" cy="115335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5" name="Text 19"/>
          <p:cNvSpPr/>
          <p:nvPr/>
        </p:nvSpPr>
        <p:spPr>
          <a:xfrm>
            <a:off x="7746087" y="4216360"/>
            <a:ext cx="269188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Technical Communication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7746087" y="4609624"/>
            <a:ext cx="286142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Clearly documenting and communicating technical findings and progress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10744081" y="4193500"/>
            <a:ext cx="45720" cy="115335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8" name="Text 22"/>
          <p:cNvSpPr/>
          <p:nvPr/>
        </p:nvSpPr>
        <p:spPr>
          <a:xfrm>
            <a:off x="10982682" y="421636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Adaptability</a:t>
            </a:r>
            <a:endParaRPr lang="en-US" sz="1650" dirty="0"/>
          </a:p>
        </p:txBody>
      </p:sp>
      <p:sp>
        <p:nvSpPr>
          <p:cNvPr id="29" name="Text 23"/>
          <p:cNvSpPr/>
          <p:nvPr/>
        </p:nvSpPr>
        <p:spPr>
          <a:xfrm>
            <a:off x="10982682" y="4609624"/>
            <a:ext cx="286154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Quickly adjusting to new project environments and technical requirements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60083"/>
            <a:ext cx="1921431" cy="343614"/>
          </a:xfrm>
          <a:prstGeom prst="roundRect">
            <a:avLst>
              <a:gd name="adj" fmla="val 18853"/>
            </a:avLst>
          </a:prstGeom>
          <a:solidFill>
            <a:srgbClr val="E8E6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399" y="754737"/>
            <a:ext cx="154186" cy="154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0619" y="717828"/>
            <a:ext cx="1458992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MOVING FORWARD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93790" y="1069181"/>
            <a:ext cx="6553795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Current Status &amp; Next Focus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793790" y="2081212"/>
            <a:ext cx="385595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Current Status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93790" y="2747486"/>
            <a:ext cx="3061216" cy="1721644"/>
          </a:xfrm>
          <a:prstGeom prst="roundRect">
            <a:avLst>
              <a:gd name="adj" fmla="val 470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94172" y="294786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 Active Projects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94172" y="3412927"/>
            <a:ext cx="2660452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Successfully onboarded to NGAGE, TBS Health Novavia, and Sindh Ombudsman CMS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018836" y="2747486"/>
            <a:ext cx="3061216" cy="1721644"/>
          </a:xfrm>
          <a:prstGeom prst="roundRect">
            <a:avLst>
              <a:gd name="adj" fmla="val 4704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219218" y="294786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Systems Learning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219218" y="3412927"/>
            <a:ext cx="2660452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Actively studying each project's architecture and operational requirements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93790" y="4632960"/>
            <a:ext cx="6286262" cy="1436370"/>
          </a:xfrm>
          <a:prstGeom prst="roundRect">
            <a:avLst>
              <a:gd name="adj" fmla="val 5638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94172" y="4833342"/>
            <a:ext cx="249293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Contributing Support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94172" y="5298400"/>
            <a:ext cx="5885498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Providing assistance wherever possible while building deeper expertise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557968" y="2081212"/>
            <a:ext cx="385595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Next Focus Areas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7557968" y="2747486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557968" y="3052167"/>
            <a:ext cx="6286262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9" name="Text 16"/>
          <p:cNvSpPr/>
          <p:nvPr/>
        </p:nvSpPr>
        <p:spPr>
          <a:xfrm>
            <a:off x="7557968" y="3194209"/>
            <a:ext cx="309562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Deployment Contributions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7557968" y="3659267"/>
            <a:ext cx="628626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Take more active role in deployments and environment management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557968" y="4538186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557968" y="4842867"/>
            <a:ext cx="6286262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3" name="Text 20"/>
          <p:cNvSpPr/>
          <p:nvPr/>
        </p:nvSpPr>
        <p:spPr>
          <a:xfrm>
            <a:off x="7557968" y="4984909"/>
            <a:ext cx="275820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Project-Specific DevOps</a:t>
            </a:r>
            <a:endParaRPr lang="en-US" sz="1850" dirty="0"/>
          </a:p>
        </p:txBody>
      </p:sp>
      <p:sp>
        <p:nvSpPr>
          <p:cNvPr id="24" name="Text 21"/>
          <p:cNvSpPr/>
          <p:nvPr/>
        </p:nvSpPr>
        <p:spPr>
          <a:xfrm>
            <a:off x="7557968" y="5449967"/>
            <a:ext cx="628626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Master each project's unique DevOps processes and workflows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557968" y="6043613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7557968" y="6348293"/>
            <a:ext cx="6286262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7" name="Text 24"/>
          <p:cNvSpPr/>
          <p:nvPr/>
        </p:nvSpPr>
        <p:spPr>
          <a:xfrm>
            <a:off x="7557968" y="6490335"/>
            <a:ext cx="286273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Increased Responsibility</a:t>
            </a:r>
            <a:endParaRPr lang="en-US" sz="1850" dirty="0"/>
          </a:p>
        </p:txBody>
      </p:sp>
      <p:sp>
        <p:nvSpPr>
          <p:cNvPr id="28" name="Text 25"/>
          <p:cNvSpPr/>
          <p:nvPr/>
        </p:nvSpPr>
        <p:spPr>
          <a:xfrm>
            <a:off x="7557968" y="6955393"/>
            <a:ext cx="628626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Progressively own more DevOps tasks as understanding deepens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2026-02-04T04:40:03Z</dcterms:created>
  <dcterms:modified xsi:type="dcterms:W3CDTF">2026-02-04T04:40:03Z</dcterms:modified>
</cp:coreProperties>
</file>